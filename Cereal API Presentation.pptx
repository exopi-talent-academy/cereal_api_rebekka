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7"/>
  </p:notesMasterIdLst>
  <p:sldIdLst>
    <p:sldId id="256" r:id="rId2"/>
    <p:sldId id="258" r:id="rId3"/>
    <p:sldId id="274" r:id="rId4"/>
    <p:sldId id="259" r:id="rId5"/>
    <p:sldId id="270" r:id="rId6"/>
    <p:sldId id="263" r:id="rId7"/>
    <p:sldId id="257" r:id="rId8"/>
    <p:sldId id="265" r:id="rId9"/>
    <p:sldId id="266" r:id="rId10"/>
    <p:sldId id="268" r:id="rId11"/>
    <p:sldId id="269" r:id="rId12"/>
    <p:sldId id="272" r:id="rId13"/>
    <p:sldId id="261" r:id="rId14"/>
    <p:sldId id="27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799" autoAdjust="0"/>
  </p:normalViewPr>
  <p:slideViewPr>
    <p:cSldViewPr snapToGrid="0">
      <p:cViewPr varScale="1">
        <p:scale>
          <a:sx n="100" d="100"/>
          <a:sy n="100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DB2AA-294B-42DC-98F9-9CF73F773780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6F70D-8058-48C5-BEF1-1BE4D887D4A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746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Explain</a:t>
            </a:r>
            <a:r>
              <a:rPr lang="da-DK" dirty="0"/>
              <a:t> a bit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Cereal</a:t>
            </a:r>
            <a:r>
              <a:rPr lang="da-DK" dirty="0"/>
              <a:t> API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72681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Shoutout</a:t>
            </a:r>
            <a:r>
              <a:rPr lang="da-DK" dirty="0"/>
              <a:t> to Michael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6177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At the core of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project</a:t>
            </a:r>
            <a:endParaRPr lang="da-DK" dirty="0"/>
          </a:p>
          <a:p>
            <a:r>
              <a:rPr lang="da-DK" dirty="0" err="1"/>
              <a:t>Enums</a:t>
            </a:r>
            <a:r>
              <a:rPr lang="da-DK" dirty="0"/>
              <a:t> -&gt; the right </a:t>
            </a:r>
            <a:r>
              <a:rPr lang="da-DK" dirty="0" err="1"/>
              <a:t>choice</a:t>
            </a:r>
            <a:r>
              <a:rPr lang="da-DK" dirty="0"/>
              <a:t>?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4394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CSVHelper-library</a:t>
            </a:r>
            <a:r>
              <a:rPr lang="da-DK" dirty="0"/>
              <a:t> -&gt; all </a:t>
            </a:r>
            <a:r>
              <a:rPr lang="da-DK" dirty="0" err="1"/>
              <a:t>strings</a:t>
            </a:r>
            <a:endParaRPr lang="da-DK" dirty="0"/>
          </a:p>
          <a:p>
            <a:r>
              <a:rPr lang="da-DK" dirty="0"/>
              <a:t>Custom </a:t>
            </a:r>
            <a:r>
              <a:rPr lang="da-DK" dirty="0" err="1"/>
              <a:t>enum</a:t>
            </a:r>
            <a:r>
              <a:rPr lang="da-DK" dirty="0"/>
              <a:t> parsers</a:t>
            </a:r>
          </a:p>
          <a:p>
            <a:r>
              <a:rPr lang="da-DK" dirty="0" err="1"/>
              <a:t>Trail</a:t>
            </a:r>
            <a:r>
              <a:rPr lang="da-DK" dirty="0"/>
              <a:t> </a:t>
            </a:r>
            <a:r>
              <a:rPr lang="da-DK" dirty="0" err="1"/>
              <a:t>off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adding</a:t>
            </a:r>
            <a:r>
              <a:rPr lang="da-DK" dirty="0"/>
              <a:t> data </a:t>
            </a:r>
            <a:r>
              <a:rPr lang="da-DK" dirty="0" err="1"/>
              <a:t>into</a:t>
            </a:r>
            <a:r>
              <a:rPr lang="da-DK" dirty="0"/>
              <a:t> the database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70064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Data in </a:t>
            </a:r>
            <a:r>
              <a:rPr lang="da-DK" dirty="0" err="1"/>
              <a:t>csv</a:t>
            </a:r>
            <a:r>
              <a:rPr lang="da-DK" dirty="0"/>
              <a:t>-file</a:t>
            </a:r>
          </a:p>
          <a:p>
            <a:r>
              <a:rPr lang="da-DK" dirty="0" err="1"/>
              <a:t>SQLite</a:t>
            </a:r>
            <a:r>
              <a:rPr lang="da-DK" dirty="0"/>
              <a:t> database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60481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73C6B-B815-3EC5-C0FB-E81E3A6AB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5AB8AA4-3D64-959F-6AD7-B9D0C3FC4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2F10EAA-2F8D-D6BA-62A3-6E78E916D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Floats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weird man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00BCFBA-18F8-CE8D-FBD6-CD596559A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5385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7935-9687-7FF3-0ADC-178F4AA6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D005BBC-9321-81F4-E5E2-931924CAD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271DAFB-4A1F-D3DC-94C3-B9B364BDA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Floats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weird man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E94776F-BB38-5955-05FB-EABE7898E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60558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7FA0F-B46C-6E15-BF9A-5CE597EC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79A7A6AD-FD2C-AD44-2EF5-6D93904C8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F42D5160-5E81-018D-E4D2-78791F779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Floats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weird man</a:t>
            </a:r>
          </a:p>
          <a:p>
            <a:r>
              <a:rPr lang="da-DK" dirty="0" err="1"/>
              <a:t>Very</a:t>
            </a:r>
            <a:r>
              <a:rPr lang="da-DK" dirty="0"/>
              <a:t> glad I had </a:t>
            </a:r>
            <a:r>
              <a:rPr lang="da-DK" dirty="0" err="1"/>
              <a:t>pushed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onto</a:t>
            </a:r>
            <a:r>
              <a:rPr lang="da-DK" dirty="0"/>
              <a:t> a </a:t>
            </a:r>
            <a:r>
              <a:rPr lang="da-DK" dirty="0" err="1"/>
              <a:t>branch</a:t>
            </a:r>
            <a:r>
              <a:rPr lang="da-DK" dirty="0"/>
              <a:t> and not the </a:t>
            </a:r>
            <a:r>
              <a:rPr lang="da-DK" dirty="0" err="1"/>
              <a:t>main</a:t>
            </a:r>
            <a:r>
              <a:rPr lang="da-DK" dirty="0"/>
              <a:t> </a:t>
            </a:r>
            <a:r>
              <a:rPr lang="da-DK" dirty="0" err="1"/>
              <a:t>branch</a:t>
            </a:r>
            <a:r>
              <a:rPr lang="da-DK" dirty="0"/>
              <a:t>!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E57477D-0F8D-4242-A2AF-5B2C3CDB6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0967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403F-B149-5F12-5457-FD7BDE69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E89C550-AA2E-F3F7-13D6-DA2F3D68A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7DDC96E-24CD-1FCC-350A-E11CE1E9F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Doubles for the </a:t>
            </a:r>
            <a:r>
              <a:rPr lang="da-DK" dirty="0" err="1"/>
              <a:t>win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F29D129-B273-9A59-A980-86E452BAB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15307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Show the database real </a:t>
            </a:r>
            <a:r>
              <a:rPr lang="da-DK" dirty="0" err="1"/>
              <a:t>quick</a:t>
            </a:r>
            <a:r>
              <a:rPr lang="da-DK" dirty="0"/>
              <a:t>!</a:t>
            </a:r>
          </a:p>
          <a:p>
            <a:r>
              <a:rPr lang="da-DK" dirty="0"/>
              <a:t>Show the </a:t>
            </a:r>
            <a:r>
              <a:rPr lang="da-DK" dirty="0" err="1"/>
              <a:t>visual</a:t>
            </a:r>
            <a:r>
              <a:rPr lang="da-DK" dirty="0"/>
              <a:t> part!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53625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Visual Studio -&gt; For </a:t>
            </a:r>
            <a:r>
              <a:rPr lang="da-DK" dirty="0" err="1"/>
              <a:t>another</a:t>
            </a:r>
            <a:r>
              <a:rPr lang="da-DK" dirty="0"/>
              <a:t> </a:t>
            </a:r>
            <a:r>
              <a:rPr lang="da-DK" dirty="0" err="1"/>
              <a:t>project</a:t>
            </a:r>
            <a:r>
              <a:rPr lang="da-DK" dirty="0"/>
              <a:t> like </a:t>
            </a:r>
            <a:r>
              <a:rPr lang="da-DK" dirty="0" err="1"/>
              <a:t>this</a:t>
            </a:r>
            <a:r>
              <a:rPr lang="da-DK" dirty="0"/>
              <a:t>, </a:t>
            </a:r>
            <a:r>
              <a:rPr lang="da-DK" dirty="0" err="1"/>
              <a:t>want</a:t>
            </a:r>
            <a:r>
              <a:rPr lang="da-DK" dirty="0"/>
              <a:t> to </a:t>
            </a:r>
            <a:r>
              <a:rPr lang="da-DK" dirty="0" err="1"/>
              <a:t>use</a:t>
            </a:r>
            <a:r>
              <a:rPr lang="da-DK" dirty="0"/>
              <a:t> the templates but not the IDE.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62123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8C7CD-8B4E-35DA-9D7A-B5256D911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13180325-B004-A1E3-05A8-E46CFF132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1B4476F-5A1A-A30A-E2F6-89B97B133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Setting</a:t>
            </a:r>
            <a:r>
              <a:rPr lang="da-DK" dirty="0"/>
              <a:t> up </a:t>
            </a:r>
            <a:r>
              <a:rPr lang="da-DK" dirty="0" err="1"/>
              <a:t>something</a:t>
            </a:r>
            <a:r>
              <a:rPr lang="da-DK" dirty="0"/>
              <a:t> from scratch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you’ve</a:t>
            </a:r>
            <a:r>
              <a:rPr lang="da-DK" dirty="0"/>
              <a:t> done it </a:t>
            </a:r>
            <a:r>
              <a:rPr lang="da-DK" dirty="0" err="1"/>
              <a:t>before</a:t>
            </a:r>
            <a:r>
              <a:rPr lang="da-DK" dirty="0"/>
              <a:t> just </a:t>
            </a:r>
            <a:r>
              <a:rPr lang="da-DK" dirty="0" err="1"/>
              <a:t>takes</a:t>
            </a:r>
            <a:r>
              <a:rPr lang="da-DK" dirty="0"/>
              <a:t> time (</a:t>
            </a:r>
            <a:r>
              <a:rPr lang="da-DK" dirty="0" err="1"/>
              <a:t>though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lost a </a:t>
            </a:r>
            <a:r>
              <a:rPr lang="da-DK" dirty="0" err="1"/>
              <a:t>lot</a:t>
            </a:r>
            <a:r>
              <a:rPr lang="da-DK" dirty="0"/>
              <a:t> of time to CV-</a:t>
            </a:r>
            <a:r>
              <a:rPr lang="da-DK" dirty="0" err="1"/>
              <a:t>stuff</a:t>
            </a:r>
            <a:r>
              <a:rPr lang="da-DK" dirty="0"/>
              <a:t>)</a:t>
            </a:r>
          </a:p>
          <a:p>
            <a:r>
              <a:rPr lang="da-DK" dirty="0"/>
              <a:t>Not </a:t>
            </a:r>
            <a:r>
              <a:rPr lang="da-DK" dirty="0" err="1"/>
              <a:t>hard</a:t>
            </a:r>
            <a:r>
              <a:rPr lang="da-DK" dirty="0"/>
              <a:t> to </a:t>
            </a:r>
            <a:r>
              <a:rPr lang="da-DK" dirty="0" err="1"/>
              <a:t>implement</a:t>
            </a:r>
            <a:r>
              <a:rPr lang="da-DK" dirty="0"/>
              <a:t> </a:t>
            </a:r>
            <a:r>
              <a:rPr lang="da-DK" dirty="0" err="1"/>
              <a:t>remaining</a:t>
            </a:r>
            <a:r>
              <a:rPr lang="da-DK" dirty="0"/>
              <a:t> </a:t>
            </a:r>
            <a:r>
              <a:rPr lang="da-DK" dirty="0" err="1"/>
              <a:t>stuff</a:t>
            </a:r>
            <a:r>
              <a:rPr lang="da-DK" dirty="0"/>
              <a:t>, just a matter of </a:t>
            </a:r>
            <a:r>
              <a:rPr lang="da-DK" dirty="0" err="1"/>
              <a:t>getting</a:t>
            </a:r>
            <a:r>
              <a:rPr lang="da-DK" dirty="0"/>
              <a:t> </a:t>
            </a:r>
            <a:r>
              <a:rPr lang="da-DK" dirty="0" err="1"/>
              <a:t>started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7152E5F-4BA9-B835-5FEE-3C6098349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6F70D-8058-48C5-BEF1-1BE4D887D4AF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4581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9129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451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303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9951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7912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530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2593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764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804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004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0985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8672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916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6819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4473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3167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CF485-389C-4868-9333-BAFB2426007E}" type="datetimeFigureOut">
              <a:rPr lang="da-DK" smtClean="0"/>
              <a:t>08-05-2026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000CE42-7311-465E-830A-F1CF3E727C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6759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C76A1F-3052-2C4A-5BE8-B959283A6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Cereal API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D6A766A2-5BAC-3873-C7CC-E92447C8FA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bg1">
                    <a:lumMod val="95000"/>
                  </a:schemeClr>
                </a:solidFill>
              </a:rPr>
              <a:t>By: Rebekka</a:t>
            </a:r>
          </a:p>
        </p:txBody>
      </p:sp>
    </p:spTree>
    <p:extLst>
      <p:ext uri="{BB962C8B-B14F-4D97-AF65-F5344CB8AC3E}">
        <p14:creationId xmlns:p14="http://schemas.microsoft.com/office/powerpoint/2010/main" val="2122390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841A01-6746-D5FA-08F3-B832A67D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Beginnings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E6818F7-5D01-818C-4A2E-D1AA68B12D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 dirty="0"/>
              <a:t>How to make an API from scratch?</a:t>
            </a:r>
          </a:p>
          <a:p>
            <a:endParaRPr lang="en-GB" noProof="0" dirty="0"/>
          </a:p>
          <a:p>
            <a:r>
              <a:rPr lang="en-GB" noProof="0" dirty="0"/>
              <a:t>Figure out architecture (MVC)</a:t>
            </a:r>
          </a:p>
          <a:p>
            <a:endParaRPr lang="en-GB" noProof="0" dirty="0"/>
          </a:p>
          <a:p>
            <a:r>
              <a:rPr lang="en-GB" noProof="0" dirty="0"/>
              <a:t>Test Driven Development (TDD)</a:t>
            </a:r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89153E8A-52AD-EB2E-AD7E-414E9E9769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722648" y="680109"/>
            <a:ext cx="4020938" cy="536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921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AD931-78BF-4261-5C24-FADA0AE8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73F686-D132-9972-B9E7-EFFA2621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Frameworks &amp; Technologies</a:t>
            </a:r>
            <a:endParaRPr lang="en-GB" noProof="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7C9C7A9-2925-894D-61C2-1C06D1989D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Blazor</a:t>
            </a:r>
          </a:p>
          <a:p>
            <a:endParaRPr lang="en-GB" dirty="0"/>
          </a:p>
          <a:p>
            <a:r>
              <a:rPr lang="en-GB" dirty="0"/>
              <a:t>SQLite</a:t>
            </a:r>
          </a:p>
          <a:p>
            <a:endParaRPr lang="en-GB" dirty="0"/>
          </a:p>
          <a:p>
            <a:r>
              <a:rPr lang="en-GB" dirty="0"/>
              <a:t>Visual Studio</a:t>
            </a:r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8FBBF2EE-E169-4851-1C51-B82443DA40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722648" y="680109"/>
            <a:ext cx="4020938" cy="536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26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0E764-FD56-72B6-88CB-A53615B4B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Visual Studio pros and cons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46B0EE1-2B52-0EE9-B693-A259F90F50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 dirty="0"/>
              <a:t>Templates</a:t>
            </a:r>
          </a:p>
          <a:p>
            <a:endParaRPr lang="en-GB" noProof="0" dirty="0"/>
          </a:p>
          <a:p>
            <a:r>
              <a:rPr lang="en-GB" noProof="0" dirty="0"/>
              <a:t>”Supports” </a:t>
            </a:r>
            <a:r>
              <a:rPr lang="en-GB" noProof="0" dirty="0" err="1"/>
              <a:t>xUnit</a:t>
            </a:r>
            <a:endParaRPr lang="en-GB" noProof="0" dirty="0"/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EC0958C3-9477-4885-2E02-6EA96CE989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26024" y="1790700"/>
            <a:ext cx="6134527" cy="395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7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39DF6-C9CD-8F1B-4808-E005592D4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Cereal Data Model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3CA7DFE-FD74-FA9C-E8E0-A4A82B4D59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DB8AAE65-9A53-52EE-1A06-314A9EFC71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380486" y="1930400"/>
            <a:ext cx="5431027" cy="388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82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2798DD-D2C3-8C5F-8B0C-249CC1AC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Parsing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B03B4F0-81A7-0FEC-3E45-221726301A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4EA4BC8B-A14A-49BA-6093-C0F70BA394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967277" y="816639"/>
            <a:ext cx="6257445" cy="543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079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0B8C3E-FF1F-5965-7FAF-7337A4B7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Parsing shenanigans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4890B8F4-0DAD-012D-3265-867D6801F5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938218" y="3546826"/>
            <a:ext cx="8315564" cy="2495316"/>
          </a:xfrm>
          <a:prstGeom prst="rect">
            <a:avLst/>
          </a:prstGeom>
        </p:spPr>
      </p:pic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873FA196-EAD5-F532-EECB-6A0089C806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51697" y="1746658"/>
            <a:ext cx="10488606" cy="124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15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8F80-1348-EFE2-D6CC-2FD39C406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9B7CE-27C9-E289-6423-60163240C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Parsing shenanigans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FB3A7E2E-E87A-8A09-8715-412D001593D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938218" y="3546826"/>
            <a:ext cx="8315564" cy="2495316"/>
          </a:xfrm>
          <a:prstGeom prst="rect">
            <a:avLst/>
          </a:prstGeom>
        </p:spPr>
      </p:pic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73750078-240E-12BB-5315-CCB02577BF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51697" y="1746658"/>
            <a:ext cx="10488606" cy="1245773"/>
          </a:xfrm>
          <a:prstGeom prst="rect">
            <a:avLst/>
          </a:prstGeom>
        </p:spPr>
      </p:pic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B395BA86-E8B0-9747-5B54-9FA64BEB463C}"/>
              </a:ext>
            </a:extLst>
          </p:cNvPr>
          <p:cNvSpPr/>
          <p:nvPr/>
        </p:nvSpPr>
        <p:spPr>
          <a:xfrm>
            <a:off x="5689600" y="1995844"/>
            <a:ext cx="12128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46E887ED-C415-BA65-2089-7E8B99C5D9F3}"/>
              </a:ext>
            </a:extLst>
          </p:cNvPr>
          <p:cNvSpPr/>
          <p:nvPr/>
        </p:nvSpPr>
        <p:spPr>
          <a:xfrm>
            <a:off x="8597900" y="1995843"/>
            <a:ext cx="176530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76086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4D0F3-D836-2CA2-ABE5-43693B37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BBD7DD-A5C8-77A6-B361-136F0358F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Parsing shenanigans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9A44D451-A3F4-3B20-BAE2-C7AADF36EA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938218" y="3546826"/>
            <a:ext cx="8315564" cy="2495316"/>
          </a:xfrm>
          <a:prstGeom prst="rect">
            <a:avLst/>
          </a:prstGeom>
        </p:spPr>
      </p:pic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17AA7179-CDE3-108F-618B-330454CB2D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51697" y="1746658"/>
            <a:ext cx="10488606" cy="1245773"/>
          </a:xfrm>
          <a:prstGeom prst="rect">
            <a:avLst/>
          </a:prstGeom>
        </p:spPr>
      </p:pic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3ECADCE5-644D-7451-181E-C260CF564B7A}"/>
              </a:ext>
            </a:extLst>
          </p:cNvPr>
          <p:cNvSpPr/>
          <p:nvPr/>
        </p:nvSpPr>
        <p:spPr>
          <a:xfrm>
            <a:off x="5797550" y="2250967"/>
            <a:ext cx="9969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DDFF49FE-5216-912C-DD53-46CB28106F18}"/>
              </a:ext>
            </a:extLst>
          </p:cNvPr>
          <p:cNvSpPr/>
          <p:nvPr/>
        </p:nvSpPr>
        <p:spPr>
          <a:xfrm>
            <a:off x="5251450" y="2247642"/>
            <a:ext cx="5016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AF25986A-AF7C-B536-59E2-455145355225}"/>
              </a:ext>
            </a:extLst>
          </p:cNvPr>
          <p:cNvSpPr/>
          <p:nvPr/>
        </p:nvSpPr>
        <p:spPr>
          <a:xfrm>
            <a:off x="8610600" y="3818294"/>
            <a:ext cx="615950" cy="36635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275360E8-3174-1CCC-46D5-736DDE541D73}"/>
              </a:ext>
            </a:extLst>
          </p:cNvPr>
          <p:cNvSpPr/>
          <p:nvPr/>
        </p:nvSpPr>
        <p:spPr>
          <a:xfrm>
            <a:off x="9226550" y="3818294"/>
            <a:ext cx="1027232" cy="36635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66463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6715A-9F5D-05A9-41ED-1EA2A9BB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55CCCE-97D0-CD5C-32DA-22D8313A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Parsing shenanigans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E4DDF724-7C14-5CB9-D44A-4F304EC64C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938218" y="3546826"/>
            <a:ext cx="8315564" cy="2495316"/>
          </a:xfrm>
          <a:prstGeom prst="rect">
            <a:avLst/>
          </a:prstGeom>
        </p:spPr>
      </p:pic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BC47111A-AF76-5637-86C4-47C2F9015A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51697" y="1746658"/>
            <a:ext cx="10488606" cy="1245773"/>
          </a:xfrm>
          <a:prstGeom prst="rect">
            <a:avLst/>
          </a:prstGeom>
        </p:spPr>
      </p:pic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5D80A5E4-9D58-6D5A-9504-D5574CB8AF38}"/>
              </a:ext>
            </a:extLst>
          </p:cNvPr>
          <p:cNvSpPr/>
          <p:nvPr/>
        </p:nvSpPr>
        <p:spPr>
          <a:xfrm>
            <a:off x="5797550" y="2250967"/>
            <a:ext cx="9969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5980E679-7AA6-AEC9-1EE9-18BF7771568F}"/>
              </a:ext>
            </a:extLst>
          </p:cNvPr>
          <p:cNvSpPr/>
          <p:nvPr/>
        </p:nvSpPr>
        <p:spPr>
          <a:xfrm>
            <a:off x="5251450" y="2247642"/>
            <a:ext cx="5016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7BD034D3-7F0E-6C58-A64C-8D0C576D80F7}"/>
              </a:ext>
            </a:extLst>
          </p:cNvPr>
          <p:cNvSpPr/>
          <p:nvPr/>
        </p:nvSpPr>
        <p:spPr>
          <a:xfrm>
            <a:off x="8610600" y="3818294"/>
            <a:ext cx="615950" cy="36635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AAC4A706-E4A7-042A-048D-1E4403D81A6F}"/>
              </a:ext>
            </a:extLst>
          </p:cNvPr>
          <p:cNvSpPr/>
          <p:nvPr/>
        </p:nvSpPr>
        <p:spPr>
          <a:xfrm>
            <a:off x="9226550" y="3818294"/>
            <a:ext cx="1027232" cy="36635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Rektangel: afrundede hjørner 8">
            <a:extLst>
              <a:ext uri="{FF2B5EF4-FFF2-40B4-BE49-F238E27FC236}">
                <a16:creationId xmlns:a16="http://schemas.microsoft.com/office/drawing/2014/main" id="{89D0BF37-BD74-A9FE-16DB-A866E4CE83D2}"/>
              </a:ext>
            </a:extLst>
          </p:cNvPr>
          <p:cNvSpPr/>
          <p:nvPr/>
        </p:nvSpPr>
        <p:spPr>
          <a:xfrm>
            <a:off x="6096000" y="2503122"/>
            <a:ext cx="9969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Rektangel: afrundede hjørner 9">
            <a:extLst>
              <a:ext uri="{FF2B5EF4-FFF2-40B4-BE49-F238E27FC236}">
                <a16:creationId xmlns:a16="http://schemas.microsoft.com/office/drawing/2014/main" id="{8D9D7B12-C935-AD07-EB69-9875C87E1730}"/>
              </a:ext>
            </a:extLst>
          </p:cNvPr>
          <p:cNvSpPr/>
          <p:nvPr/>
        </p:nvSpPr>
        <p:spPr>
          <a:xfrm>
            <a:off x="5597525" y="2755277"/>
            <a:ext cx="9969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ktangel: afrundede hjørner 10">
            <a:extLst>
              <a:ext uri="{FF2B5EF4-FFF2-40B4-BE49-F238E27FC236}">
                <a16:creationId xmlns:a16="http://schemas.microsoft.com/office/drawing/2014/main" id="{793E85DE-7392-41CE-5FFD-F9D5A23F1620}"/>
              </a:ext>
            </a:extLst>
          </p:cNvPr>
          <p:cNvSpPr/>
          <p:nvPr/>
        </p:nvSpPr>
        <p:spPr>
          <a:xfrm>
            <a:off x="5048250" y="2755277"/>
            <a:ext cx="5016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C3ECEB0B-269B-4727-5703-46CE3DC91674}"/>
              </a:ext>
            </a:extLst>
          </p:cNvPr>
          <p:cNvSpPr/>
          <p:nvPr/>
        </p:nvSpPr>
        <p:spPr>
          <a:xfrm>
            <a:off x="8610600" y="5297844"/>
            <a:ext cx="615950" cy="36635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ktangel: afrundede hjørner 12">
            <a:extLst>
              <a:ext uri="{FF2B5EF4-FFF2-40B4-BE49-F238E27FC236}">
                <a16:creationId xmlns:a16="http://schemas.microsoft.com/office/drawing/2014/main" id="{A7DD46CC-FF1D-3AE5-A3CA-4FC0C7141419}"/>
              </a:ext>
            </a:extLst>
          </p:cNvPr>
          <p:cNvSpPr/>
          <p:nvPr/>
        </p:nvSpPr>
        <p:spPr>
          <a:xfrm>
            <a:off x="9226550" y="4563862"/>
            <a:ext cx="1027232" cy="36635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Rektangel: afrundede hjørner 13">
            <a:extLst>
              <a:ext uri="{FF2B5EF4-FFF2-40B4-BE49-F238E27FC236}">
                <a16:creationId xmlns:a16="http://schemas.microsoft.com/office/drawing/2014/main" id="{2E25FD97-F3CF-5EAA-1036-4679E7BCB7E4}"/>
              </a:ext>
            </a:extLst>
          </p:cNvPr>
          <p:cNvSpPr/>
          <p:nvPr/>
        </p:nvSpPr>
        <p:spPr>
          <a:xfrm>
            <a:off x="9226550" y="5309430"/>
            <a:ext cx="1027232" cy="36635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6792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3322-0052-C3B5-971E-7B236DDAB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CE31C4-955C-10C8-41C0-108789B58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Parsing shenanigans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21CD3135-1A52-17AA-818F-8FD2E03F1E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938218" y="3546826"/>
            <a:ext cx="8315564" cy="2495316"/>
          </a:xfrm>
          <a:prstGeom prst="rect">
            <a:avLst/>
          </a:prstGeom>
        </p:spPr>
      </p:pic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6B05E8DF-0CBB-B923-9BFD-92F837C2C2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51697" y="1746658"/>
            <a:ext cx="10488606" cy="1245773"/>
          </a:xfrm>
          <a:prstGeom prst="rect">
            <a:avLst/>
          </a:prstGeom>
        </p:spPr>
      </p:pic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52EB3BA4-D691-4BB8-BB34-CB87516EA330}"/>
              </a:ext>
            </a:extLst>
          </p:cNvPr>
          <p:cNvSpPr/>
          <p:nvPr/>
        </p:nvSpPr>
        <p:spPr>
          <a:xfrm>
            <a:off x="5797550" y="2250967"/>
            <a:ext cx="9969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1C7921F0-3F14-7672-4B70-B77C1421586A}"/>
              </a:ext>
            </a:extLst>
          </p:cNvPr>
          <p:cNvSpPr/>
          <p:nvPr/>
        </p:nvSpPr>
        <p:spPr>
          <a:xfrm>
            <a:off x="5251450" y="2247642"/>
            <a:ext cx="5016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Rektangel: afrundede hjørner 8">
            <a:extLst>
              <a:ext uri="{FF2B5EF4-FFF2-40B4-BE49-F238E27FC236}">
                <a16:creationId xmlns:a16="http://schemas.microsoft.com/office/drawing/2014/main" id="{F01FB7FB-45B6-5187-3D8A-57D7BE6D50AC}"/>
              </a:ext>
            </a:extLst>
          </p:cNvPr>
          <p:cNvSpPr/>
          <p:nvPr/>
        </p:nvSpPr>
        <p:spPr>
          <a:xfrm>
            <a:off x="6096000" y="2503122"/>
            <a:ext cx="9969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Rektangel: afrundede hjørner 9">
            <a:extLst>
              <a:ext uri="{FF2B5EF4-FFF2-40B4-BE49-F238E27FC236}">
                <a16:creationId xmlns:a16="http://schemas.microsoft.com/office/drawing/2014/main" id="{04893956-8D28-4828-D030-EF61C52EB915}"/>
              </a:ext>
            </a:extLst>
          </p:cNvPr>
          <p:cNvSpPr/>
          <p:nvPr/>
        </p:nvSpPr>
        <p:spPr>
          <a:xfrm>
            <a:off x="5597525" y="2755277"/>
            <a:ext cx="9969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ktangel: afrundede hjørner 10">
            <a:extLst>
              <a:ext uri="{FF2B5EF4-FFF2-40B4-BE49-F238E27FC236}">
                <a16:creationId xmlns:a16="http://schemas.microsoft.com/office/drawing/2014/main" id="{23A1A048-E528-365E-AE3D-6A592AA40D1E}"/>
              </a:ext>
            </a:extLst>
          </p:cNvPr>
          <p:cNvSpPr/>
          <p:nvPr/>
        </p:nvSpPr>
        <p:spPr>
          <a:xfrm>
            <a:off x="5048250" y="2755277"/>
            <a:ext cx="501650" cy="237153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6" name="Billede 15">
            <a:extLst>
              <a:ext uri="{FF2B5EF4-FFF2-40B4-BE49-F238E27FC236}">
                <a16:creationId xmlns:a16="http://schemas.microsoft.com/office/drawing/2014/main" id="{9FB52F16-0137-7FA4-6A24-0BB8568F4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196" y="3138962"/>
            <a:ext cx="8965607" cy="3191987"/>
          </a:xfrm>
          <a:prstGeom prst="rect">
            <a:avLst/>
          </a:prstGeom>
        </p:spPr>
      </p:pic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297C818E-4350-21CC-AF4F-413C6FE5B405}"/>
              </a:ext>
            </a:extLst>
          </p:cNvPr>
          <p:cNvSpPr/>
          <p:nvPr/>
        </p:nvSpPr>
        <p:spPr>
          <a:xfrm>
            <a:off x="9902677" y="3499214"/>
            <a:ext cx="625623" cy="36635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Rektangel: afrundede hjørner 16">
            <a:extLst>
              <a:ext uri="{FF2B5EF4-FFF2-40B4-BE49-F238E27FC236}">
                <a16:creationId xmlns:a16="http://schemas.microsoft.com/office/drawing/2014/main" id="{F6B132E9-39D9-21BA-2DB9-0009B67DD4DD}"/>
              </a:ext>
            </a:extLst>
          </p:cNvPr>
          <p:cNvSpPr/>
          <p:nvPr/>
        </p:nvSpPr>
        <p:spPr>
          <a:xfrm>
            <a:off x="9902870" y="5397772"/>
            <a:ext cx="625623" cy="36635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ktangel: afrundede hjørner 17">
            <a:extLst>
              <a:ext uri="{FF2B5EF4-FFF2-40B4-BE49-F238E27FC236}">
                <a16:creationId xmlns:a16="http://schemas.microsoft.com/office/drawing/2014/main" id="{1F7B4CC8-4117-3167-19CB-0E38908D9BBD}"/>
              </a:ext>
            </a:extLst>
          </p:cNvPr>
          <p:cNvSpPr/>
          <p:nvPr/>
        </p:nvSpPr>
        <p:spPr>
          <a:xfrm>
            <a:off x="9902677" y="4464595"/>
            <a:ext cx="625623" cy="36635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ktangel: afrundede hjørner 18">
            <a:extLst>
              <a:ext uri="{FF2B5EF4-FFF2-40B4-BE49-F238E27FC236}">
                <a16:creationId xmlns:a16="http://schemas.microsoft.com/office/drawing/2014/main" id="{D1D1610E-8F2D-20C5-CF22-75F4FC8DB244}"/>
              </a:ext>
            </a:extLst>
          </p:cNvPr>
          <p:cNvSpPr/>
          <p:nvPr/>
        </p:nvSpPr>
        <p:spPr>
          <a:xfrm>
            <a:off x="9505950" y="3499214"/>
            <a:ext cx="377677" cy="25998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1" name="Rektangel: afrundede hjørner 20">
            <a:extLst>
              <a:ext uri="{FF2B5EF4-FFF2-40B4-BE49-F238E27FC236}">
                <a16:creationId xmlns:a16="http://schemas.microsoft.com/office/drawing/2014/main" id="{39F1555C-595D-E886-76D6-79D2B7A85D75}"/>
              </a:ext>
            </a:extLst>
          </p:cNvPr>
          <p:cNvSpPr/>
          <p:nvPr/>
        </p:nvSpPr>
        <p:spPr>
          <a:xfrm>
            <a:off x="9512300" y="5369619"/>
            <a:ext cx="377677" cy="259986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02993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17DB57-4F0E-A2C0-E032-23C59DB4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Demo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62C13DA-AC8A-2406-3D47-E30CF372A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da-DK" dirty="0">
                <a:solidFill>
                  <a:schemeClr val="bg1">
                    <a:lumMod val="95000"/>
                  </a:schemeClr>
                </a:solidFill>
              </a:rPr>
              <a:t>デモンストレーション</a:t>
            </a:r>
            <a:endParaRPr lang="da-DK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114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387E9E-911C-2420-94EF-A58B92A4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Reflections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ADBB92A-EF4E-68DC-4B20-76CBCCE0C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383866" cy="3880772"/>
          </a:xfrm>
        </p:spPr>
        <p:txBody>
          <a:bodyPr/>
          <a:lstStyle/>
          <a:p>
            <a:r>
              <a:rPr lang="en-GB" noProof="0" dirty="0"/>
              <a:t>Don’t want to use Visual Studio</a:t>
            </a:r>
          </a:p>
          <a:p>
            <a:endParaRPr lang="en-GB" dirty="0"/>
          </a:p>
          <a:p>
            <a:r>
              <a:rPr lang="en-GB" noProof="0" dirty="0"/>
              <a:t>Always think about the things you’re given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31DCB16-22F2-E3C8-FEE5-BF6B539331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88692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4FE0-BC39-A0B3-97C9-6EC2A987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9998F-754A-4EB2-50D0-2D498FD33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Reflections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0B6DC05-1103-5161-C734-47684973A5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 dirty="0"/>
              <a:t>Nowhere close to finished</a:t>
            </a:r>
          </a:p>
          <a:p>
            <a:endParaRPr lang="en-GB" dirty="0"/>
          </a:p>
          <a:p>
            <a:r>
              <a:rPr lang="en-GB" noProof="0" dirty="0"/>
              <a:t>Might continue after </a:t>
            </a:r>
            <a:r>
              <a:rPr lang="en-GB" noProof="0" dirty="0" err="1"/>
              <a:t>ExOpi</a:t>
            </a:r>
            <a:endParaRPr lang="en-GB" noProof="0" dirty="0"/>
          </a:p>
          <a:p>
            <a:endParaRPr lang="en-GB" noProof="0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1AEAB19-B518-4F9D-F2C8-3182206332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7826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36380E-C30D-BAB4-2F4E-30A6173B65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fin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F691B8F-E87A-DC4E-88F8-53A11A9304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 err="1">
                <a:solidFill>
                  <a:schemeClr val="bg1">
                    <a:lumMod val="95000"/>
                  </a:schemeClr>
                </a:solidFill>
              </a:rPr>
              <a:t>終わりです</a:t>
            </a:r>
            <a:endParaRPr lang="en-GB" noProof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4279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142</TotalTime>
  <Words>244</Words>
  <Application>Microsoft Office PowerPoint</Application>
  <PresentationFormat>Widescreen</PresentationFormat>
  <Paragraphs>68</Paragraphs>
  <Slides>15</Slides>
  <Notes>12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Wingdings 3</vt:lpstr>
      <vt:lpstr>Facet</vt:lpstr>
      <vt:lpstr>Cereal API</vt:lpstr>
      <vt:lpstr>Beginnings</vt:lpstr>
      <vt:lpstr>Frameworks &amp; Technologies</vt:lpstr>
      <vt:lpstr>Visual Studio pros and cons</vt:lpstr>
      <vt:lpstr>Cereal Data Model</vt:lpstr>
      <vt:lpstr>Parsing</vt:lpstr>
      <vt:lpstr>Parsing shenanigans</vt:lpstr>
      <vt:lpstr>Parsing shenanigans</vt:lpstr>
      <vt:lpstr>Parsing shenanigans</vt:lpstr>
      <vt:lpstr>Parsing shenanigans</vt:lpstr>
      <vt:lpstr>Parsing shenanigans</vt:lpstr>
      <vt:lpstr>Demo</vt:lpstr>
      <vt:lpstr>Reflections</vt:lpstr>
      <vt:lpstr>Reflections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Rebekka Pedersen</dc:creator>
  <cp:lastModifiedBy>Rebekka Pedersen</cp:lastModifiedBy>
  <cp:revision>6</cp:revision>
  <dcterms:created xsi:type="dcterms:W3CDTF">2026-05-04T13:30:46Z</dcterms:created>
  <dcterms:modified xsi:type="dcterms:W3CDTF">2026-05-08T08:37:04Z</dcterms:modified>
</cp:coreProperties>
</file>