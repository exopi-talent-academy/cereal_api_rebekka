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492D7A-C54B-D7C5-D08E-C866A8142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2EFFA9E6-E218-93A7-D883-53BC86EADC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9C18539D-8815-2AB6-C6DA-3C6CFC017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04-05-2026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7BC5BDF0-4CEE-FC34-9767-919076B1E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CA9E7494-3405-8534-DBC9-B0B986CAA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75310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2D148-67F5-FA0F-46CC-456934F90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AB7EEB3-D964-CEE5-0CDE-4F750ACA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A43345D1-D352-E965-D21C-A489CCCFC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04-05-2026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E7EFBCB-1F4C-86AD-BBD0-F337F2FF2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DAFA5AD-9DE9-4B14-7FFE-B94A7C25C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15024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0439A5-9F4A-79B4-4C0A-28C8EFEE0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2A30EF81-4BB2-1DC3-3ABC-BB285CBB2C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F0116DF-3706-95AE-1734-BC699781F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04-05-2026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8B05235E-6042-C040-3763-3E2EF227C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C567D1D-8C4B-CC0E-C38C-1B089DBF8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67747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526C0-F3CD-6913-DF03-E7F43736F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68A45D8-B6DA-EA94-97D6-C0FDDD67DA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808D3716-0AC4-5051-4C63-3A2FFF13F1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375ED879-D16B-655B-9B39-8AB139F59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04-05-2026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A10AA01A-D437-77A7-4C53-FD2B26431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DB88A7BA-EFCA-CD67-1C39-3E675C4F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2822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CDAAF6-5961-3DA3-676C-0A183167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9C49D349-1D83-4AE8-0671-5F30EF09DF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1639EACC-8E05-6BC8-A67E-184379432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8599A5C4-8000-2EEC-9997-097370D8F4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CEFEB792-78E0-51B1-2F4F-ABCF2E7C62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0D630EB1-FCB9-C76B-7C5B-F1DF87D6F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04-05-2026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25238734-0EE0-0036-795F-C797DB545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6DC792D0-0F42-FB50-C419-AC9E1CB85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44498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ABB20E-1B72-5487-F242-1CE9ED3E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91F4E0C7-E211-2358-588F-8C5ED1454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04-05-2026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CAF302E5-A1EF-2E8C-5E5E-80CB08CAE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07829170-11F5-9660-B933-01015B361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795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9D15957D-9A4F-9003-4A81-6D3E0E606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04-05-2026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F14F42E2-9C36-0AD1-5F02-AFE098E34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69461A8E-BA5B-2D18-924F-95BDE8325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1107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22B6EA-0D3D-4E2E-37D3-1B9D7FA43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F47B1BF-E2BD-DB57-1543-1A5BE60CC7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199189A7-B7E4-FC3D-8CE5-B21B69C1A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81013799-E4CA-092D-B5A0-0133F4D00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04-05-2026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87B20E2F-EDD8-12F4-8B74-29FECB07E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D88E0AB1-E568-7AF9-873E-82D042029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974126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4C7E88-1EE4-3C06-196C-3F7F83DFF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19E0524-948A-ABCF-D088-9D1D0B3347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50AA2E95-9A80-F5AC-2FCB-E1C664D349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0EC2EBAB-D21A-2174-E14A-4BE3FAB7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04-05-2026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B9A3A353-EEF3-C5D7-C202-604D4BDD4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3CA0744F-6741-D7D6-BA39-5870C8502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34318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043C22-1F1A-BE23-E1B2-915BFD5E1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2704F477-ECC4-5BD2-A05D-CC9D192A93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B4C40E2-EAD5-F397-508B-826A9A837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04-05-2026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D02F097B-F124-0A89-12E2-F461205E1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01C355C-EEE9-13E2-567E-E7F580BC0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30321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F78AA104-7CD4-816E-AD98-B585DC2D4C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2F5FD578-E46A-DD39-DBAA-89AB6BBBCA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0244821-74F3-975E-AE64-121291187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04-05-2026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F9B0D45-5003-E511-5D1C-97DC7406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04551E7-0B1E-8C74-AEBF-012B7319B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575596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F71B476A-4F07-3C79-A450-0C010BCD9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25F60F42-D7B0-3812-FB98-54DA6B82DC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2012AF1F-C647-E10A-A219-2A85BD9521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0CF485-389C-4868-9333-BAFB2426007E}" type="datetimeFigureOut">
              <a:rPr lang="da-DK" smtClean="0"/>
              <a:t>04-05-2026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4161837-737F-F4A9-AA16-FC898E6B36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CC47AC17-0E97-A99F-4D9C-E0DA342474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84038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C76A1F-3052-2C4A-5BE8-B959283A62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Cereal</a:t>
            </a:r>
            <a:r>
              <a:rPr lang="da-DK" dirty="0"/>
              <a:t> API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D6A766A2-5BAC-3873-C7CC-E92447C8FA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22390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0B8C3E-FF1F-5965-7FAF-7337A4B74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Parsing </a:t>
            </a:r>
            <a:r>
              <a:rPr lang="da-DK" dirty="0" err="1"/>
              <a:t>shenanigans</a:t>
            </a:r>
            <a:endParaRPr lang="da-DK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4890B8F4-0DAD-012D-3265-867D6801F5A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94094" y="3289701"/>
            <a:ext cx="10003812" cy="3001922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873FA196-EAD5-F532-EECB-6A0089C806A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851697" y="1867308"/>
            <a:ext cx="10488606" cy="1245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015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Office-tema</vt:lpstr>
      <vt:lpstr>Cereal API</vt:lpstr>
      <vt:lpstr>Parsing shenanigans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Rebekka Pedersen</dc:creator>
  <cp:lastModifiedBy>Rebekka Pedersen</cp:lastModifiedBy>
  <cp:revision>1</cp:revision>
  <dcterms:created xsi:type="dcterms:W3CDTF">2026-05-04T13:30:46Z</dcterms:created>
  <dcterms:modified xsi:type="dcterms:W3CDTF">2026-05-04T13:32:40Z</dcterms:modified>
</cp:coreProperties>
</file>